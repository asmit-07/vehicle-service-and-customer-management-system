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70" r:id="rId3"/>
    <p:sldId id="269" r:id="rId4"/>
    <p:sldId id="268" r:id="rId5"/>
    <p:sldId id="267" r:id="rId6"/>
    <p:sldId id="266" r:id="rId7"/>
    <p:sldId id="265" r:id="rId8"/>
    <p:sldId id="264" r:id="rId9"/>
    <p:sldId id="271" r:id="rId10"/>
    <p:sldId id="276" r:id="rId11"/>
    <p:sldId id="278" r:id="rId12"/>
    <p:sldId id="273" r:id="rId13"/>
    <p:sldId id="277" r:id="rId14"/>
    <p:sldId id="279" r:id="rId15"/>
    <p:sldId id="275" r:id="rId16"/>
    <p:sldId id="274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8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  <pc:spChg chg="mod">
          <ac:chgData name="Raghavendra K" userId="33e83220-6405-4fd6-9ff8-8bc3593ea1b7" providerId="ADAL" clId="{8A5785CB-577F-4B60-9AC0-BEE165E210B1}" dt="2024-11-27T12:03:02.02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8A5785CB-577F-4B60-9AC0-BEE165E210B1}" dt="2024-11-27T12:03:16.739" v="19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ABA22749-26CE-4BB8-A881-85C53E80DE60}"/>
    <pc:docChg chg="modSld">
      <pc:chgData name="Raghavendra K" userId="33e83220-6405-4fd6-9ff8-8bc3593ea1b7" providerId="ADAL" clId="{ABA22749-26CE-4BB8-A881-85C53E80DE60}" dt="2025-02-15T08:41:06.850" v="43" actId="20577"/>
      <pc:docMkLst>
        <pc:docMk/>
      </pc:docMkLst>
      <pc:sldChg chg="modSp mod">
        <pc:chgData name="Raghavendra K" userId="33e83220-6405-4fd6-9ff8-8bc3593ea1b7" providerId="ADAL" clId="{ABA22749-26CE-4BB8-A881-85C53E80DE60}" dt="2025-02-15T08:41:06.850" v="43" actId="20577"/>
        <pc:sldMkLst>
          <pc:docMk/>
          <pc:sldMk cId="0" sldId="260"/>
        </pc:sldMkLst>
        <pc:spChg chg="mod">
          <ac:chgData name="Raghavendra K" userId="33e83220-6405-4fd6-9ff8-8bc3593ea1b7" providerId="ADAL" clId="{ABA22749-26CE-4BB8-A881-85C53E80DE60}" dt="2025-02-15T08:41:06.850" v="4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25SUB4529_WiproNGA_CPPE.net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12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Asmit Pratap Singh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8052559" cy="295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HK Grotesk" pitchFamily="2" charset="77"/>
              </a:rPr>
              <a:t>Vehicle Service &amp; Customer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93B4E-6762-6EDD-0039-C837CB5E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32BF2C-6CE8-6D71-3D23-3F8F7ABB72DB}"/>
              </a:ext>
            </a:extLst>
          </p:cNvPr>
          <p:cNvSpPr txBox="1">
            <a:spLocks/>
          </p:cNvSpPr>
          <p:nvPr/>
        </p:nvSpPr>
        <p:spPr>
          <a:xfrm>
            <a:off x="320511" y="365125"/>
            <a:ext cx="1187148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Vehicle Service &amp; Customer Management System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6E7CC7-ECE6-05DC-5FB3-FD44820B8A6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ASP.NET Core MVC Project</a:t>
            </a:r>
          </a:p>
          <a:p>
            <a:pPr lvl="1"/>
            <a:r>
              <a:rPr lang="en-US"/>
              <a:t>Entity Framework Core + SQL Server</a:t>
            </a:r>
          </a:p>
          <a:p>
            <a:pPr lvl="1"/>
            <a:r>
              <a:rPr lang="en-US"/>
              <a:t>Developed By: Asmit Pratap Singh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7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F84E7-7274-5D2F-39F0-BEF56519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7CAA73-EAA5-A273-1219-EF57B0F43FAA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Project Overview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CB7290-F8A6-E868-2AA3-A987D1E34816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8305171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Manages Customers, Vehicles and Services</a:t>
            </a:r>
          </a:p>
          <a:p>
            <a:r>
              <a:rPr lang="en-US" dirty="0"/>
              <a:t>CRUD Operations</a:t>
            </a:r>
          </a:p>
          <a:p>
            <a:r>
              <a:rPr lang="en-US" dirty="0"/>
              <a:t>Implement Code-First Approach using EF</a:t>
            </a:r>
          </a:p>
          <a:p>
            <a:r>
              <a:rPr lang="en-US" dirty="0"/>
              <a:t>Tracks Pending &amp; Completed Services</a:t>
            </a:r>
          </a:p>
          <a:p>
            <a:r>
              <a:rPr lang="en-US" dirty="0"/>
              <a:t>Dashboard with Analytics</a:t>
            </a:r>
          </a:p>
          <a:p>
            <a:r>
              <a:rPr lang="en-US" dirty="0"/>
              <a:t>Unit Testing using NUnit</a:t>
            </a:r>
          </a:p>
        </p:txBody>
      </p:sp>
    </p:spTree>
    <p:extLst>
      <p:ext uri="{BB962C8B-B14F-4D97-AF65-F5344CB8AC3E}">
        <p14:creationId xmlns:p14="http://schemas.microsoft.com/office/powerpoint/2010/main" val="64841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6ED6E-F25F-F964-57AF-5BB9DAF4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5EDD42-6155-3ABF-AE0C-30D5A8DE081A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Technology Stack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14C6F3-D82E-92D3-EDAB-12FA71727BD5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dirty="0"/>
              <a:t>Frontend – Razor Views </a:t>
            </a:r>
          </a:p>
          <a:p>
            <a:pPr lvl="1"/>
            <a:r>
              <a:rPr lang="en-IN" dirty="0"/>
              <a:t>Backend – ASP.NET Core </a:t>
            </a:r>
          </a:p>
          <a:p>
            <a:pPr lvl="1"/>
            <a:r>
              <a:rPr lang="en-IN" dirty="0"/>
              <a:t>ORM – Entity Framework Core</a:t>
            </a:r>
          </a:p>
          <a:p>
            <a:pPr lvl="1"/>
            <a:r>
              <a:rPr lang="en-IN" dirty="0"/>
              <a:t>Database – SQL Server</a:t>
            </a:r>
          </a:p>
          <a:p>
            <a:pPr lvl="1"/>
            <a:r>
              <a:rPr lang="en-IN" dirty="0"/>
              <a:t>Testing – NUnit Testing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3415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A3095-4BC3-5FFE-5FB1-EC5E5EEB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CB27E2-A690-9067-64FF-CB27CDE5F5FB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Project Architecture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A31D1A-99BC-33BE-5EBA-B9D642249175}"/>
              </a:ext>
            </a:extLst>
          </p:cNvPr>
          <p:cNvSpPr txBox="1">
            <a:spLocks/>
          </p:cNvSpPr>
          <p:nvPr/>
        </p:nvSpPr>
        <p:spPr>
          <a:xfrm>
            <a:off x="851339" y="2133600"/>
            <a:ext cx="5840588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dirty="0"/>
              <a:t>Models </a:t>
            </a:r>
          </a:p>
          <a:p>
            <a:pPr lvl="1"/>
            <a:r>
              <a:rPr lang="en-IN" dirty="0"/>
              <a:t>Controller (MVC)</a:t>
            </a:r>
          </a:p>
          <a:p>
            <a:pPr lvl="1"/>
            <a:r>
              <a:rPr lang="en-IN" dirty="0"/>
              <a:t>Data-AppDbContext (EF Core)</a:t>
            </a:r>
          </a:p>
          <a:p>
            <a:pPr lvl="1"/>
            <a:r>
              <a:rPr lang="en-IN" dirty="0"/>
              <a:t>Views</a:t>
            </a:r>
          </a:p>
          <a:p>
            <a:pPr lvl="1"/>
            <a:r>
              <a:rPr lang="en-IN" dirty="0"/>
              <a:t>SQL Server Database</a:t>
            </a:r>
          </a:p>
          <a:p>
            <a:pPr lvl="1"/>
            <a:r>
              <a:rPr lang="en-IN" dirty="0"/>
              <a:t>Nunit Tests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F0BA5-65B0-FAA3-B2DA-0304ED3FC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743" y="802642"/>
            <a:ext cx="4911494" cy="55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F2D26-9D08-2E1C-E4FD-ECC02DA5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B3A60C-9BFE-FE7D-4659-0933B98626F8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7041144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Database Schema -Customer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C0FF40-EE51-0A42-D975-0C36A808E25C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CustomerId (PK)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Email</a:t>
            </a:r>
          </a:p>
          <a:p>
            <a:pPr lvl="1"/>
            <a:r>
              <a:rPr lang="en-US"/>
              <a:t>Phone</a:t>
            </a:r>
          </a:p>
          <a:p>
            <a:pPr lvl="1"/>
            <a:r>
              <a:rPr lang="en-US"/>
              <a:t>IsActive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3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DD96F-2C29-9107-BB8C-2B389A97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D666DC-24A5-7E03-6A84-DB675A6D3FCE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Database Schema - Vehicle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B1833A-C1A5-EFF4-B37B-C9DA4DB40571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VehicleId (PK)</a:t>
            </a:r>
          </a:p>
          <a:p>
            <a:pPr lvl="1"/>
            <a:r>
              <a:rPr lang="en-US"/>
              <a:t>RegistrationNumber</a:t>
            </a:r>
          </a:p>
          <a:p>
            <a:pPr lvl="1"/>
            <a:r>
              <a:rPr lang="en-US"/>
              <a:t>Model</a:t>
            </a:r>
          </a:p>
          <a:p>
            <a:pPr lvl="1"/>
            <a:r>
              <a:rPr lang="en-US"/>
              <a:t>Brand</a:t>
            </a:r>
          </a:p>
          <a:p>
            <a:pPr lvl="1"/>
            <a:r>
              <a:rPr lang="en-US"/>
              <a:t>Year</a:t>
            </a:r>
          </a:p>
          <a:p>
            <a:pPr lvl="1"/>
            <a:r>
              <a:rPr lang="en-US"/>
              <a:t>CustomerId (FK)</a:t>
            </a:r>
          </a:p>
        </p:txBody>
      </p:sp>
    </p:spTree>
    <p:extLst>
      <p:ext uri="{BB962C8B-B14F-4D97-AF65-F5344CB8AC3E}">
        <p14:creationId xmlns:p14="http://schemas.microsoft.com/office/powerpoint/2010/main" val="2977324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B8963-C5A1-7315-4557-09135D6D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C3EDFD-EA1F-2EDC-69B7-131F23E3563D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Database Schema - Service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FF6C96-29F4-6383-1D11-3EE560F239BE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ServiceId (PK)</a:t>
            </a:r>
          </a:p>
          <a:p>
            <a:pPr lvl="1"/>
            <a:r>
              <a:rPr lang="en-US"/>
              <a:t>ServiceDate</a:t>
            </a:r>
          </a:p>
          <a:p>
            <a:pPr lvl="1"/>
            <a:r>
              <a:rPr lang="en-US"/>
              <a:t>ServiceType</a:t>
            </a:r>
          </a:p>
          <a:p>
            <a:pPr lvl="1"/>
            <a:r>
              <a:rPr lang="en-US"/>
              <a:t>Cost</a:t>
            </a:r>
          </a:p>
          <a:p>
            <a:pPr lvl="1"/>
            <a:r>
              <a:rPr lang="en-US"/>
              <a:t>IsCompleted</a:t>
            </a:r>
          </a:p>
          <a:p>
            <a:pPr lvl="1"/>
            <a:r>
              <a:rPr lang="en-US"/>
              <a:t>VehicleId (FK)</a:t>
            </a:r>
          </a:p>
        </p:txBody>
      </p:sp>
    </p:spTree>
    <p:extLst>
      <p:ext uri="{BB962C8B-B14F-4D97-AF65-F5344CB8AC3E}">
        <p14:creationId xmlns:p14="http://schemas.microsoft.com/office/powerpoint/2010/main" val="338576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CB71E-5E57-8B08-BF95-6F5C1822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0606-BA18-9A8B-21A3-694AB45EFD9C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Entity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09BC-C682-6BC5-64C7-E0F8334E5B84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Customer → Many Vehicles</a:t>
            </a:r>
          </a:p>
          <a:p>
            <a:r>
              <a:rPr lang="en-US" dirty="0"/>
              <a:t>One Vehicle → Many Services</a:t>
            </a:r>
          </a:p>
          <a:p>
            <a:r>
              <a:rPr lang="en-US" dirty="0"/>
              <a:t>Foreign Keys enforce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43598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83CAE-DC9D-71C7-0070-D02A0B3C9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938E-25BB-E685-ADD2-00733630804F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296AC-6F3B-C89D-1705-D98A7879A49D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6591985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 / Edit / Delete Customer</a:t>
            </a:r>
          </a:p>
          <a:p>
            <a:r>
              <a:rPr lang="en-US" dirty="0"/>
              <a:t>Add / Edit / Delete Vehicles</a:t>
            </a:r>
          </a:p>
          <a:p>
            <a:r>
              <a:rPr lang="en-US" dirty="0"/>
              <a:t>Add / Edit / Delete Services</a:t>
            </a:r>
          </a:p>
          <a:p>
            <a:r>
              <a:rPr lang="en-US" dirty="0"/>
              <a:t>Mark Service as Completed</a:t>
            </a:r>
          </a:p>
        </p:txBody>
      </p:sp>
    </p:spTree>
    <p:extLst>
      <p:ext uri="{BB962C8B-B14F-4D97-AF65-F5344CB8AC3E}">
        <p14:creationId xmlns:p14="http://schemas.microsoft.com/office/powerpoint/2010/main" val="69460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E2D20-47AD-45B5-A75D-75B27280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61DCA3-4DD7-3FDC-CF98-A400A0593AB9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Advanced Features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E9603-3644-42C8-CBE9-B102A05F5D34}"/>
              </a:ext>
            </a:extLst>
          </p:cNvPr>
          <p:cNvSpPr txBox="1">
            <a:spLocks/>
          </p:cNvSpPr>
          <p:nvPr/>
        </p:nvSpPr>
        <p:spPr>
          <a:xfrm>
            <a:off x="1942415" y="2133600"/>
            <a:ext cx="7390771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Search vehicle by Registration Number</a:t>
            </a:r>
          </a:p>
          <a:p>
            <a:r>
              <a:rPr lang="en-US" dirty="0"/>
              <a:t>Filter vehicles by Customer</a:t>
            </a:r>
          </a:p>
          <a:p>
            <a:r>
              <a:rPr lang="en-US" dirty="0"/>
              <a:t>Filter Pending Services</a:t>
            </a:r>
          </a:p>
          <a:p>
            <a:r>
              <a:rPr lang="en-US" dirty="0"/>
              <a:t>Sort Services by Cost</a:t>
            </a:r>
          </a:p>
          <a:p>
            <a:r>
              <a:rPr lang="en-US" dirty="0"/>
              <a:t>Group Services by Vehicle</a:t>
            </a:r>
          </a:p>
          <a:p>
            <a:r>
              <a:rPr lang="en-US" dirty="0"/>
              <a:t>Calculate Total Service Cost per Customer</a:t>
            </a:r>
          </a:p>
        </p:txBody>
      </p:sp>
    </p:spTree>
    <p:extLst>
      <p:ext uri="{BB962C8B-B14F-4D97-AF65-F5344CB8AC3E}">
        <p14:creationId xmlns:p14="http://schemas.microsoft.com/office/powerpoint/2010/main" val="147293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F20C1-8A88-FE10-16C3-4DC489AD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8BE1D0-D1AE-B378-F150-0350E01B0231}"/>
              </a:ext>
            </a:extLst>
          </p:cNvPr>
          <p:cNvSpPr txBox="1"/>
          <p:nvPr/>
        </p:nvSpPr>
        <p:spPr>
          <a:xfrm>
            <a:off x="1340069" y="1313225"/>
            <a:ext cx="7799989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000" dirty="0"/>
              <a:t>Browser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Routing 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 err="1"/>
              <a:t>HomeController</a:t>
            </a:r>
            <a:r>
              <a:rPr lang="en-IN" sz="2000" dirty="0"/>
              <a:t> → Index()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 err="1"/>
              <a:t>DbContext</a:t>
            </a:r>
            <a:r>
              <a:rPr lang="en-IN" sz="2000" dirty="0"/>
              <a:t> → SQL Server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Data Passed 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 err="1"/>
              <a:t>Index.cshtml</a:t>
            </a:r>
            <a:endParaRPr lang="en-IN" sz="2000" dirty="0"/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HTML Render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Browser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D4A5C-0F7F-37A6-F005-F70056F87CF2}"/>
              </a:ext>
            </a:extLst>
          </p:cNvPr>
          <p:cNvSpPr txBox="1"/>
          <p:nvPr/>
        </p:nvSpPr>
        <p:spPr>
          <a:xfrm>
            <a:off x="1340069" y="603610"/>
            <a:ext cx="77999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End-to-End MVC Request Flow</a:t>
            </a:r>
          </a:p>
        </p:txBody>
      </p:sp>
    </p:spTree>
    <p:extLst>
      <p:ext uri="{BB962C8B-B14F-4D97-AF65-F5344CB8AC3E}">
        <p14:creationId xmlns:p14="http://schemas.microsoft.com/office/powerpoint/2010/main" val="127019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5738D-657D-5FA7-591F-91FA3051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5E536-0BF0-9099-6550-FAA41A0C35C3}"/>
              </a:ext>
            </a:extLst>
          </p:cNvPr>
          <p:cNvSpPr txBox="1"/>
          <p:nvPr/>
        </p:nvSpPr>
        <p:spPr>
          <a:xfrm>
            <a:off x="1340069" y="1313225"/>
            <a:ext cx="77999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clicks URL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Routing identifies Controller &amp; Action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Controller executes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Data prepared</a:t>
            </a:r>
          </a:p>
          <a:p>
            <a:r>
              <a:rPr lang="en-IN" dirty="0"/>
              <a:t> ↓</a:t>
            </a:r>
          </a:p>
          <a:p>
            <a:r>
              <a:rPr lang="en-IN" dirty="0" err="1"/>
              <a:t>ViewResult</a:t>
            </a:r>
            <a:r>
              <a:rPr lang="en-IN" dirty="0"/>
              <a:t> created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View engine finds correct .</a:t>
            </a:r>
            <a:r>
              <a:rPr lang="en-IN" dirty="0" err="1"/>
              <a:t>cshtml</a:t>
            </a:r>
            <a:r>
              <a:rPr lang="en-IN" dirty="0"/>
              <a:t> file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Model passed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HTML generated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Browser renders page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FF463-BC3B-C853-D8C8-08F77A2F2F96}"/>
              </a:ext>
            </a:extLst>
          </p:cNvPr>
          <p:cNvSpPr txBox="1"/>
          <p:nvPr/>
        </p:nvSpPr>
        <p:spPr>
          <a:xfrm>
            <a:off x="1340069" y="603610"/>
            <a:ext cx="77999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/>
              <a:t>Internal MVC Lifecycle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154366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D6A8B-B696-CF32-7301-B2667CBE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41AD-63E2-188C-EFE8-F92920151904}"/>
              </a:ext>
            </a:extLst>
          </p:cNvPr>
          <p:cNvSpPr txBox="1">
            <a:spLocks/>
          </p:cNvSpPr>
          <p:nvPr/>
        </p:nvSpPr>
        <p:spPr>
          <a:xfrm>
            <a:off x="1945201" y="624110"/>
            <a:ext cx="7892482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NUnit Test Cases Implemented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1D61-9B35-1FC8-0B2D-C4222D127CDA}"/>
              </a:ext>
            </a:extLst>
          </p:cNvPr>
          <p:cNvSpPr txBox="1">
            <a:spLocks/>
          </p:cNvSpPr>
          <p:nvPr/>
        </p:nvSpPr>
        <p:spPr>
          <a:xfrm>
            <a:off x="1945201" y="3064190"/>
            <a:ext cx="7248882" cy="3777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AddCustomer_ShouldAddCustomer</a:t>
            </a:r>
            <a:endParaRPr lang="en-US" dirty="0"/>
          </a:p>
          <a:p>
            <a:r>
              <a:rPr lang="en-US" dirty="0" err="1"/>
              <a:t>AddVehicle_ShouldAssignToCustomer</a:t>
            </a:r>
            <a:endParaRPr lang="en-US" dirty="0"/>
          </a:p>
          <a:p>
            <a:r>
              <a:rPr lang="en-US" dirty="0" err="1"/>
              <a:t>AddService_ShouldCreateServiceRecord</a:t>
            </a:r>
            <a:endParaRPr lang="en-US" dirty="0"/>
          </a:p>
          <a:p>
            <a:r>
              <a:rPr lang="en-US" dirty="0" err="1"/>
              <a:t>CompleteService_ShouldMarkCompleted</a:t>
            </a:r>
            <a:endParaRPr lang="en-US" dirty="0"/>
          </a:p>
          <a:p>
            <a:r>
              <a:rPr lang="en-US" dirty="0" err="1"/>
              <a:t>PendingServices_ShouldReturnOnlyIncompleteServices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83504-ADBA-81C5-D9AB-CD3CE53650E1}"/>
              </a:ext>
            </a:extLst>
          </p:cNvPr>
          <p:cNvSpPr txBox="1"/>
          <p:nvPr/>
        </p:nvSpPr>
        <p:spPr>
          <a:xfrm>
            <a:off x="1945200" y="1434662"/>
            <a:ext cx="9090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Unit testing implemented using </a:t>
            </a:r>
            <a:r>
              <a:rPr lang="en-US" sz="3000" dirty="0" err="1"/>
              <a:t>InMemoryDatabase</a:t>
            </a:r>
            <a:r>
              <a:rPr lang="en-US" sz="3000" dirty="0"/>
              <a:t> for isolation.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7201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16AD8-6EF3-B436-B257-F162F2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A7D-D398-C921-09FF-0F726E2900F0}"/>
              </a:ext>
            </a:extLst>
          </p:cNvPr>
          <p:cNvSpPr txBox="1">
            <a:spLocks/>
          </p:cNvSpPr>
          <p:nvPr/>
        </p:nvSpPr>
        <p:spPr>
          <a:xfrm>
            <a:off x="1371600" y="731837"/>
            <a:ext cx="7315200" cy="13176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C4E9-113A-D7A0-F659-B7CE382E9891}"/>
              </a:ext>
            </a:extLst>
          </p:cNvPr>
          <p:cNvSpPr txBox="1">
            <a:spLocks/>
          </p:cNvSpPr>
          <p:nvPr/>
        </p:nvSpPr>
        <p:spPr>
          <a:xfrm>
            <a:off x="1371600" y="1600200"/>
            <a:ext cx="73152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r>
              <a:rPr lang="en-US" dirty="0"/>
              <a:t>Foreign Key Relationships</a:t>
            </a:r>
          </a:p>
          <a:p>
            <a:pPr lvl="1"/>
            <a:r>
              <a:rPr lang="en-US" dirty="0"/>
              <a:t>Migration Errors</a:t>
            </a:r>
          </a:p>
          <a:p>
            <a:pPr lvl="1"/>
            <a:r>
              <a:rPr lang="en-US" dirty="0"/>
              <a:t>CRUD Debugging Issues</a:t>
            </a:r>
          </a:p>
          <a:p>
            <a:pPr lvl="1"/>
            <a:r>
              <a:rPr lang="en-US" dirty="0"/>
              <a:t>Database Connection Setup</a:t>
            </a:r>
          </a:p>
        </p:txBody>
      </p:sp>
    </p:spTree>
    <p:extLst>
      <p:ext uri="{BB962C8B-B14F-4D97-AF65-F5344CB8AC3E}">
        <p14:creationId xmlns:p14="http://schemas.microsoft.com/office/powerpoint/2010/main" val="71804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EB85B-426A-236B-08F1-7CB6DFCF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13FC-D5AC-5C05-4F70-4D592DD35BD0}"/>
              </a:ext>
            </a:extLst>
          </p:cNvPr>
          <p:cNvSpPr txBox="1">
            <a:spLocks/>
          </p:cNvSpPr>
          <p:nvPr/>
        </p:nvSpPr>
        <p:spPr>
          <a:xfrm>
            <a:off x="1371600" y="731836"/>
            <a:ext cx="7315199" cy="14753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Project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95A5-CAF0-3DF7-0CDD-F747977BB12E}"/>
              </a:ext>
            </a:extLst>
          </p:cNvPr>
          <p:cNvSpPr txBox="1">
            <a:spLocks/>
          </p:cNvSpPr>
          <p:nvPr/>
        </p:nvSpPr>
        <p:spPr>
          <a:xfrm>
            <a:off x="1371600" y="1600200"/>
            <a:ext cx="73152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r>
              <a:rPr lang="en-US" dirty="0"/>
              <a:t>Successfully implemented MVC project</a:t>
            </a:r>
          </a:p>
          <a:p>
            <a:pPr lvl="1"/>
            <a:r>
              <a:rPr lang="en-US" dirty="0"/>
              <a:t>Proper Database Connectivity</a:t>
            </a:r>
          </a:p>
          <a:p>
            <a:pPr lvl="1"/>
            <a:r>
              <a:rPr lang="en-US" dirty="0"/>
              <a:t>Working CRUD Operations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101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4E3D4-0B25-2915-B5B0-CB457F2B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079F1-C3E8-2375-77F3-CCB19D0F5F68}"/>
              </a:ext>
            </a:extLst>
          </p:cNvPr>
          <p:cNvSpPr txBox="1"/>
          <p:nvPr/>
        </p:nvSpPr>
        <p:spPr>
          <a:xfrm>
            <a:off x="4503683" y="3044279"/>
            <a:ext cx="43512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T</a:t>
            </a:r>
            <a:r>
              <a:rPr lang="en-IN" sz="4400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153759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3403</TotalTime>
  <Words>383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HK Grotesk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Asmit Pratap Singh</cp:lastModifiedBy>
  <cp:revision>27</cp:revision>
  <dcterms:created xsi:type="dcterms:W3CDTF">2024-05-04T13:11:57Z</dcterms:created>
  <dcterms:modified xsi:type="dcterms:W3CDTF">2026-02-12T09:23:57Z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